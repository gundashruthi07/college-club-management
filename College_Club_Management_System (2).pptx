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94360"/>
            <a:ext cx="10927080" cy="557784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09728" cy="5577840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960120"/>
            <a:ext cx="960120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>
                <a:solidFill>
                  <a:srgbClr val="37BEB2"/>
                </a:solidFill>
                <a:latin typeface="Aptos"/>
              </a:rPr>
              <a:t>MALLA REDDY VISWAVIDYAPEETH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91640"/>
            <a:ext cx="9875520" cy="11430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3400" b="1">
                <a:solidFill>
                  <a:srgbClr val="F8FBFF"/>
                </a:solidFill>
                <a:latin typeface="Aptos"/>
              </a:rPr>
              <a:t>COLLEGE CLUB
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2971800"/>
            <a:ext cx="886968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100" b="0">
                <a:solidFill>
                  <a:srgbClr val="C0D1E6"/>
                </a:solidFill>
                <a:latin typeface="Aptos"/>
              </a:rPr>
              <a:t>MERN Stack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" y="3566160"/>
            <a:ext cx="1143000" cy="54864"/>
          </a:xfrm>
          <a:prstGeom prst="rect">
            <a:avLst/>
          </a:prstGeom>
          <a:solidFill>
            <a:srgbClr val="F6BE52"/>
          </a:solidFill>
          <a:ln>
            <a:solidFill>
              <a:srgbClr val="F6B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" y="3822191"/>
            <a:ext cx="36576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1">
                <a:solidFill>
                  <a:srgbClr val="37BEB2"/>
                </a:solidFill>
                <a:latin typeface="Aptos"/>
              </a:rPr>
              <a:t>PROJECT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224528"/>
            <a:ext cx="31089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F8FBFF"/>
                </a:solidFill>
                <a:latin typeface="Aptos"/>
              </a:rPr>
              <a:t>A. NIKHITHA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480560"/>
            <a:ext cx="3474720" cy="2103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000" b="0">
                <a:solidFill>
                  <a:srgbClr val="C0D1E6"/>
                </a:solidFill>
                <a:latin typeface="Aptos"/>
              </a:rPr>
              <a:t>25MVCSER0187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4728" y="4224528"/>
            <a:ext cx="31089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F8FBFF"/>
                </a:solidFill>
                <a:latin typeface="Aptos"/>
              </a:rPr>
              <a:t>G. MAHA LAXMI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4728" y="4480560"/>
            <a:ext cx="3474720" cy="2103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000" b="0">
                <a:solidFill>
                  <a:srgbClr val="C0D1E6"/>
                </a:solidFill>
                <a:latin typeface="Aptos"/>
              </a:rPr>
              <a:t>25MVCSER0201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910328"/>
            <a:ext cx="31089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F8FBFF"/>
                </a:solidFill>
                <a:latin typeface="Aptos"/>
              </a:rPr>
              <a:t>G. SHRUTHI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166360"/>
            <a:ext cx="3474720" cy="2103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000" b="0">
                <a:solidFill>
                  <a:srgbClr val="C0D1E6"/>
                </a:solidFill>
                <a:latin typeface="Aptos"/>
              </a:rPr>
              <a:t>25MVCSER0205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4910328"/>
            <a:ext cx="31089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F8FBFF"/>
                </a:solidFill>
                <a:latin typeface="Aptos"/>
              </a:rPr>
              <a:t>K. SPOORTHI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4728" y="5166360"/>
            <a:ext cx="3474720" cy="2103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000" b="0">
                <a:solidFill>
                  <a:srgbClr val="C0D1E6"/>
                </a:solidFill>
                <a:latin typeface="Aptos"/>
              </a:rPr>
              <a:t>25MVCSER0216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806440"/>
            <a:ext cx="978408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0">
                <a:solidFill>
                  <a:srgbClr val="C0D1E6"/>
                </a:solidFill>
                <a:latin typeface="Aptos"/>
              </a:rPr>
              <a:t>A simple interface to organize clubs, student members and activities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53053"/>
          </a:solidFill>
          <a:ln>
            <a:solidFill>
              <a:srgbClr val="153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37160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500" b="1">
                <a:solidFill>
                  <a:srgbClr val="F8FBFF"/>
                </a:solidFill>
                <a:latin typeface="Aptos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51560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000" b="0">
                <a:solidFill>
                  <a:srgbClr val="C0D1E6"/>
                </a:solidFill>
                <a:latin typeface="Aptos"/>
              </a:rPr>
              <a:t>Why a college club management system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56032"/>
            <a:ext cx="4572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200" b="1">
                <a:solidFill>
                  <a:srgbClr val="37BEB2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55680" cy="32004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800" b="0">
                <a:solidFill>
                  <a:srgbClr val="C0D1E6"/>
                </a:solidFill>
                <a:latin typeface="Aptos"/>
              </a:rPr>
              <a:t>Malla Reddy Vishwavidyapeeth  |  College Club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51560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100" b="1">
                <a:solidFill>
                  <a:srgbClr val="F8FBFF"/>
                </a:solidFill>
                <a:latin typeface="Aptos"/>
              </a:rPr>
              <a:t>Colleges manage many clubs, student members and activities. Manual record keeping can become confusing and time-consuming.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3429000" cy="192024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82296" cy="1920240"/>
          </a:xfrm>
          <a:prstGeom prst="rect">
            <a:avLst/>
          </a:prstGeom>
          <a:solidFill>
            <a:srgbClr val="4399E1"/>
          </a:solidFill>
          <a:ln>
            <a:solidFill>
              <a:srgbClr val="43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569464"/>
            <a:ext cx="3044952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Scattered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99232"/>
            <a:ext cx="3044952" cy="12252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Club details and student memberships may be stored in different places.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423160"/>
            <a:ext cx="3429000" cy="192024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423160"/>
            <a:ext cx="82296" cy="1920240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2569464"/>
            <a:ext cx="3044952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Event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999232"/>
            <a:ext cx="3044952" cy="12252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Dates, venues and activity details need clear organization.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423160"/>
            <a:ext cx="3429000" cy="192024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423160"/>
            <a:ext cx="82296" cy="1920240"/>
          </a:xfrm>
          <a:prstGeom prst="rect">
            <a:avLst/>
          </a:prstGeom>
          <a:solidFill>
            <a:srgbClr val="F6BE52"/>
          </a:solidFill>
          <a:ln>
            <a:solidFill>
              <a:srgbClr val="F6B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2569464"/>
            <a:ext cx="3044952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Manual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999232"/>
            <a:ext cx="3044952" cy="12252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Repeated editing and record keeping can lead to mistakes.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424160" cy="6858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900" b="1">
                <a:solidFill>
                  <a:srgbClr val="37BEB2"/>
                </a:solidFill>
                <a:latin typeface="Aptos"/>
              </a:rPr>
              <a:t>Project goal: organize club, student and event information in one user-friendly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53053"/>
          </a:solidFill>
          <a:ln>
            <a:solidFill>
              <a:srgbClr val="153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37160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500" b="1">
                <a:solidFill>
                  <a:srgbClr val="F8FBFF"/>
                </a:solidFill>
                <a:latin typeface="Aptos"/>
              </a:rP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51560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000" b="0">
                <a:solidFill>
                  <a:srgbClr val="C0D1E6"/>
                </a:solidFill>
                <a:latin typeface="Aptos"/>
              </a:rPr>
              <a:t>Core outcomes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56032"/>
            <a:ext cx="4572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200" b="1">
                <a:solidFill>
                  <a:srgbClr val="37BEB2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55680" cy="32004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800" b="0">
                <a:solidFill>
                  <a:srgbClr val="C0D1E6"/>
                </a:solidFill>
                <a:latin typeface="Aptos"/>
              </a:rPr>
              <a:t>Malla Reddy Vishwavidyapeeth  |  College Club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493008" cy="164592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17320"/>
            <a:ext cx="82296" cy="1645920"/>
          </a:xfrm>
          <a:prstGeom prst="rect">
            <a:avLst/>
          </a:prstGeom>
          <a:solidFill>
            <a:srgbClr val="4399E1"/>
          </a:solidFill>
          <a:ln>
            <a:solidFill>
              <a:srgbClr val="43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563624"/>
            <a:ext cx="31089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Manage Clubs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93392"/>
            <a:ext cx="3108960" cy="95097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C0D1E6"/>
                </a:solidFill>
                <a:latin typeface="Aptos"/>
              </a:rPr>
              <a:t>Create, view, update and delete club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417320"/>
            <a:ext cx="3493008" cy="164592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59" y="1417320"/>
            <a:ext cx="82296" cy="1645920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7" y="1563624"/>
            <a:ext cx="31089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Manage 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1993392"/>
            <a:ext cx="3108960" cy="95097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C0D1E6"/>
                </a:solidFill>
                <a:latin typeface="Aptos"/>
              </a:rPr>
              <a:t>Store student details and connect students to clubs.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417320"/>
            <a:ext cx="3493008" cy="164592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02752" y="1417320"/>
            <a:ext cx="82296" cy="1645920"/>
          </a:xfrm>
          <a:prstGeom prst="rect">
            <a:avLst/>
          </a:prstGeom>
          <a:solidFill>
            <a:srgbClr val="F6BE52"/>
          </a:solidFill>
          <a:ln>
            <a:solidFill>
              <a:srgbClr val="F6B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563624"/>
            <a:ext cx="31089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Manage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993392"/>
            <a:ext cx="3108960" cy="95097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C0D1E6"/>
                </a:solidFill>
                <a:latin typeface="Aptos"/>
              </a:rPr>
              <a:t>Record event name, date, venue and description.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02152"/>
            <a:ext cx="3493008" cy="164592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502152"/>
            <a:ext cx="82296" cy="1645920"/>
          </a:xfrm>
          <a:prstGeom prst="rect">
            <a:avLst/>
          </a:prstGeom>
          <a:solidFill>
            <a:srgbClr val="4399E1"/>
          </a:solidFill>
          <a:ln>
            <a:solidFill>
              <a:srgbClr val="43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648456"/>
            <a:ext cx="31089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CRUD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078224"/>
            <a:ext cx="3108960" cy="95097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C0D1E6"/>
                </a:solidFill>
                <a:latin typeface="Aptos"/>
              </a:rPr>
              <a:t>Demonstrate Create, Read, Update and Delete.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502152"/>
            <a:ext cx="3493008" cy="164592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59" y="3502152"/>
            <a:ext cx="82296" cy="1645920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81727" y="3648456"/>
            <a:ext cx="31089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Simple 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7" y="4078224"/>
            <a:ext cx="3108960" cy="95097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C0D1E6"/>
                </a:solidFill>
                <a:latin typeface="Aptos"/>
              </a:rPr>
              <a:t>Provide forms, navigation, search and clear cards.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2752" y="3502152"/>
            <a:ext cx="3493008" cy="164592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02752" y="3502152"/>
            <a:ext cx="82296" cy="1645920"/>
          </a:xfrm>
          <a:prstGeom prst="rect">
            <a:avLst/>
          </a:prstGeom>
          <a:solidFill>
            <a:srgbClr val="F6BE52"/>
          </a:solidFill>
          <a:ln>
            <a:solidFill>
              <a:srgbClr val="F6B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0" y="3648456"/>
            <a:ext cx="31089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MERN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078224"/>
            <a:ext cx="3108960" cy="95097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C0D1E6"/>
                </a:solidFill>
                <a:latin typeface="Aptos"/>
              </a:rPr>
              <a:t>Understand React, Node.js, Express APIs and MongoDB.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53053"/>
          </a:solidFill>
          <a:ln>
            <a:solidFill>
              <a:srgbClr val="153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37160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500" b="1">
                <a:solidFill>
                  <a:srgbClr val="F8FBFF"/>
                </a:solidFill>
                <a:latin typeface="Aptos"/>
              </a:rPr>
              <a:t>3. Main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51560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000" b="0">
                <a:solidFill>
                  <a:srgbClr val="C0D1E6"/>
                </a:solidFill>
                <a:latin typeface="Aptos"/>
              </a:rPr>
              <a:t>Three main sections in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56032"/>
            <a:ext cx="4572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200" b="1">
                <a:solidFill>
                  <a:srgbClr val="37BEB2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55680" cy="32004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800" b="0">
                <a:solidFill>
                  <a:srgbClr val="C0D1E6"/>
                </a:solidFill>
                <a:latin typeface="Aptos"/>
              </a:rPr>
              <a:t>Malla Reddy Vishwavidyapeeth  |  College Club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425196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38528" y="1755648"/>
            <a:ext cx="1005840" cy="1005840"/>
          </a:xfrm>
          <a:prstGeom prst="ellipse">
            <a:avLst/>
          </a:prstGeom>
          <a:solidFill>
            <a:srgbClr val="4399E1"/>
          </a:solidFill>
          <a:ln>
            <a:solidFill>
              <a:srgbClr val="43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38528" y="2011680"/>
            <a:ext cx="100584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700" b="1">
                <a:solidFill>
                  <a:srgbClr val="0C1F3B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297180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100" b="1">
                <a:solidFill>
                  <a:srgbClr val="F8FBFF"/>
                </a:solidFill>
                <a:latin typeface="Aptos"/>
              </a:rPr>
              <a:t>CLUBS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57600"/>
            <a:ext cx="278892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0">
                <a:solidFill>
                  <a:srgbClr val="C0D1E6"/>
                </a:solidFill>
                <a:latin typeface="Aptos"/>
              </a:rPr>
              <a:t>Club name
Category
Coordinator
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417320"/>
            <a:ext cx="3429000" cy="425196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779008" y="1755648"/>
            <a:ext cx="1005840" cy="1005840"/>
          </a:xfrm>
          <a:prstGeom prst="ellipse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79008" y="2011680"/>
            <a:ext cx="100584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700" b="1">
                <a:solidFill>
                  <a:srgbClr val="0C1F3B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017520"/>
            <a:ext cx="297180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100" b="1">
                <a:solidFill>
                  <a:srgbClr val="F8FBFF"/>
                </a:solidFill>
                <a:latin typeface="Aptos"/>
              </a:rPr>
              <a:t>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57600"/>
            <a:ext cx="278892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0">
                <a:solidFill>
                  <a:srgbClr val="C0D1E6"/>
                </a:solidFill>
                <a:latin typeface="Aptos"/>
              </a:rPr>
              <a:t>Student name
Roll number
Email
Assigned club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417320"/>
            <a:ext cx="3429000" cy="425196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19488" y="1755648"/>
            <a:ext cx="1005840" cy="1005840"/>
          </a:xfrm>
          <a:prstGeom prst="ellipse">
            <a:avLst/>
          </a:prstGeom>
          <a:solidFill>
            <a:srgbClr val="F6BE52"/>
          </a:solidFill>
          <a:ln>
            <a:solidFill>
              <a:srgbClr val="F6B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19488" y="2011680"/>
            <a:ext cx="100584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700" b="1">
                <a:solidFill>
                  <a:srgbClr val="0C1F3B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017520"/>
            <a:ext cx="297180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100" b="1">
                <a:solidFill>
                  <a:srgbClr val="F8FBFF"/>
                </a:solidFill>
                <a:latin typeface="Aptos"/>
              </a:rPr>
              <a:t>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657600"/>
            <a:ext cx="2788920" cy="1463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0">
                <a:solidFill>
                  <a:srgbClr val="C0D1E6"/>
                </a:solidFill>
                <a:latin typeface="Aptos"/>
              </a:rPr>
              <a:t>Event name
Club
Date and venue
Event description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53053"/>
          </a:solidFill>
          <a:ln>
            <a:solidFill>
              <a:srgbClr val="153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37160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500" b="1">
                <a:solidFill>
                  <a:srgbClr val="F8FBFF"/>
                </a:solidFill>
                <a:latin typeface="Aptos"/>
              </a:rPr>
              <a:t>4. User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51560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000" b="0">
                <a:solidFill>
                  <a:srgbClr val="C0D1E6"/>
                </a:solidFill>
                <a:latin typeface="Aptos"/>
              </a:rPr>
              <a:t>How the user operates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56032"/>
            <a:ext cx="4572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200" b="1">
                <a:solidFill>
                  <a:srgbClr val="37BEB2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55680" cy="32004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800" b="0">
                <a:solidFill>
                  <a:srgbClr val="C0D1E6"/>
                </a:solidFill>
                <a:latin typeface="Aptos"/>
              </a:rPr>
              <a:t>Malla Reddy Vishwavidyapeeth  |  College Club Management System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1261872"/>
            <a:ext cx="502920" cy="502920"/>
          </a:xfrm>
          <a:prstGeom prst="ellipse">
            <a:avLst/>
          </a:prstGeom>
          <a:solidFill>
            <a:srgbClr val="43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335024"/>
            <a:ext cx="50292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500" b="1">
                <a:solidFill>
                  <a:srgbClr val="0C1F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52728"/>
            <a:ext cx="24231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Open the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252728"/>
            <a:ext cx="713232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Launch index.html in a browser.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9848" y="1764792"/>
            <a:ext cx="32004" cy="393192"/>
          </a:xfrm>
          <a:prstGeom prst="rect">
            <a:avLst/>
          </a:prstGeom>
          <a:solidFill>
            <a:srgbClr val="345177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2203704"/>
            <a:ext cx="502920" cy="502920"/>
          </a:xfrm>
          <a:prstGeom prst="ellipse">
            <a:avLst/>
          </a:prstGeom>
          <a:solidFill>
            <a:srgbClr val="37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276856"/>
            <a:ext cx="50292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500" b="1">
                <a:solidFill>
                  <a:srgbClr val="0C1F3B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194560"/>
            <a:ext cx="24231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Add a club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194560"/>
            <a:ext cx="713232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Enter the club name, category and coordinator.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2706624"/>
            <a:ext cx="32004" cy="393192"/>
          </a:xfrm>
          <a:prstGeom prst="rect">
            <a:avLst/>
          </a:prstGeom>
          <a:solidFill>
            <a:srgbClr val="345177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8" y="3145536"/>
            <a:ext cx="502920" cy="502920"/>
          </a:xfrm>
          <a:prstGeom prst="ellipse">
            <a:avLst/>
          </a:prstGeom>
          <a:solidFill>
            <a:srgbClr val="F6B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218688"/>
            <a:ext cx="50292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500" b="1">
                <a:solidFill>
                  <a:srgbClr val="0C1F3B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36392"/>
            <a:ext cx="24231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Add 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136392"/>
            <a:ext cx="713232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Enter student details and select a club.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9848" y="3648456"/>
            <a:ext cx="32004" cy="393192"/>
          </a:xfrm>
          <a:prstGeom prst="rect">
            <a:avLst/>
          </a:prstGeom>
          <a:solidFill>
            <a:srgbClr val="345177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1248" y="4087368"/>
            <a:ext cx="502920" cy="502920"/>
          </a:xfrm>
          <a:prstGeom prst="ellipse">
            <a:avLst/>
          </a:prstGeom>
          <a:solidFill>
            <a:srgbClr val="43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4160520"/>
            <a:ext cx="50292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500" b="1">
                <a:solidFill>
                  <a:srgbClr val="0C1F3B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078224"/>
            <a:ext cx="24231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Add 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078224"/>
            <a:ext cx="713232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Enter event name, date, venue and description.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9848" y="4590288"/>
            <a:ext cx="32004" cy="393192"/>
          </a:xfrm>
          <a:prstGeom prst="rect">
            <a:avLst/>
          </a:prstGeom>
          <a:solidFill>
            <a:srgbClr val="345177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1248" y="5029200"/>
            <a:ext cx="502920" cy="502920"/>
          </a:xfrm>
          <a:prstGeom prst="ellipse">
            <a:avLst/>
          </a:prstGeom>
          <a:solidFill>
            <a:srgbClr val="37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5102352"/>
            <a:ext cx="50292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500" b="1">
                <a:solidFill>
                  <a:srgbClr val="0C1F3B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020056"/>
            <a:ext cx="24231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Manage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5020056"/>
            <a:ext cx="713232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Search, edit or delete saved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53053"/>
          </a:solidFill>
          <a:ln>
            <a:solidFill>
              <a:srgbClr val="153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37160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500" b="1">
                <a:solidFill>
                  <a:srgbClr val="F8FBFF"/>
                </a:solidFill>
                <a:latin typeface="Aptos"/>
              </a:rPr>
              <a:t>5. Technology and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51560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000" b="0">
                <a:solidFill>
                  <a:srgbClr val="C0D1E6"/>
                </a:solidFill>
                <a:latin typeface="Aptos"/>
              </a:rPr>
              <a:t>Single-file browser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56032"/>
            <a:ext cx="4572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200" b="1">
                <a:solidFill>
                  <a:srgbClr val="37BEB2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55680" cy="32004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800" b="0">
                <a:solidFill>
                  <a:srgbClr val="C0D1E6"/>
                </a:solidFill>
                <a:latin typeface="Aptos"/>
              </a:rPr>
              <a:t>Malla Reddy Vishwavidyapeeth  |  College Club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29000" cy="178308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82296" cy="1783080"/>
          </a:xfrm>
          <a:prstGeom prst="rect">
            <a:avLst/>
          </a:prstGeom>
          <a:solidFill>
            <a:srgbClr val="4399E1"/>
          </a:solidFill>
          <a:ln>
            <a:solidFill>
              <a:srgbClr val="43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17904"/>
            <a:ext cx="3044952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47672"/>
            <a:ext cx="3044952" cy="108813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Provides forms, navigation, fields and 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29000" cy="178308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82296" cy="1783080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517904"/>
            <a:ext cx="3044952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47672"/>
            <a:ext cx="3044952" cy="108813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Styles layout, cards, buttons and responsive 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429000" cy="178308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82296" cy="1783080"/>
          </a:xfrm>
          <a:prstGeom prst="rect">
            <a:avLst/>
          </a:prstGeom>
          <a:solidFill>
            <a:srgbClr val="F6BE52"/>
          </a:solidFill>
          <a:ln>
            <a:solidFill>
              <a:srgbClr val="F6B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517904"/>
            <a:ext cx="3044952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47672"/>
            <a:ext cx="3044952" cy="108813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Handles CRUD, search, validation and updates.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11880"/>
            <a:ext cx="1051560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37BEB2"/>
                </a:solidFill>
                <a:latin typeface="Aptos"/>
              </a:rPr>
              <a:t>CURRENT PROTOTYPE DATA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2148840" cy="777240"/>
          </a:xfrm>
          <a:prstGeom prst="roundRect">
            <a:avLst/>
          </a:prstGeom>
          <a:solidFill>
            <a:srgbClr val="4399E1"/>
          </a:solidFill>
          <a:ln>
            <a:solidFill>
              <a:srgbClr val="43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480560"/>
            <a:ext cx="1993392" cy="29260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500" b="1">
                <a:solidFill>
                  <a:srgbClr val="0C1F3B"/>
                </a:solidFill>
                <a:latin typeface="Aptos"/>
              </a:rP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462272"/>
            <a:ext cx="502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1">
                <a:solidFill>
                  <a:srgbClr val="37BEB2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39312" y="4251960"/>
            <a:ext cx="2148840" cy="777240"/>
          </a:xfrm>
          <a:prstGeom prst="round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12463" y="4480560"/>
            <a:ext cx="1993392" cy="29260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500" b="1">
                <a:solidFill>
                  <a:srgbClr val="0C1F3B"/>
                </a:solidFill>
                <a:latin typeface="Aptos"/>
              </a:rPr>
              <a:t>HTML + CSS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3872" y="4462272"/>
            <a:ext cx="502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1">
                <a:solidFill>
                  <a:srgbClr val="37BEB2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55664" y="4251960"/>
            <a:ext cx="2148840" cy="777240"/>
          </a:xfrm>
          <a:prstGeom prst="roundRect">
            <a:avLst/>
          </a:prstGeom>
          <a:solidFill>
            <a:srgbClr val="F6BE52"/>
          </a:solidFill>
          <a:ln>
            <a:solidFill>
              <a:srgbClr val="F6B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28816" y="4480560"/>
            <a:ext cx="1993392" cy="29260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500" b="1">
                <a:solidFill>
                  <a:srgbClr val="0C1F3B"/>
                </a:solidFill>
                <a:latin typeface="Aptos"/>
              </a:rPr>
              <a:t>JavaScript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4" y="4462272"/>
            <a:ext cx="502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1">
                <a:solidFill>
                  <a:srgbClr val="37BEB2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72016" y="4251960"/>
            <a:ext cx="2148840" cy="777240"/>
          </a:xfrm>
          <a:prstGeom prst="roundRect">
            <a:avLst/>
          </a:prstGeom>
          <a:solidFill>
            <a:srgbClr val="4399E1"/>
          </a:solidFill>
          <a:ln>
            <a:solidFill>
              <a:srgbClr val="43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45168" y="4480560"/>
            <a:ext cx="1993392" cy="29260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500" b="1">
                <a:solidFill>
                  <a:srgbClr val="0C1F3B"/>
                </a:solidFill>
                <a:latin typeface="Aptos"/>
              </a:rPr>
              <a:t>localStorage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394960"/>
            <a:ext cx="10607040" cy="6583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C0D1E6"/>
                </a:solidFill>
                <a:latin typeface="Aptos"/>
              </a:rPr>
              <a:t>Important: this version saves data in browser localStorage. A full MERN version needs React, Node.js, Express.js APIs and MongoDB.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53053"/>
          </a:solidFill>
          <a:ln>
            <a:solidFill>
              <a:srgbClr val="153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37160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500" b="1">
                <a:solidFill>
                  <a:srgbClr val="F8FBFF"/>
                </a:solidFill>
                <a:latin typeface="Aptos"/>
              </a:rPr>
              <a:t>6. CRUD Operations and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51560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000" b="0">
                <a:solidFill>
                  <a:srgbClr val="C0D1E6"/>
                </a:solidFill>
                <a:latin typeface="Aptos"/>
              </a:rPr>
              <a:t>Actions to demonstrate during the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56032"/>
            <a:ext cx="4572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200" b="1">
                <a:solidFill>
                  <a:srgbClr val="37BEB2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55680" cy="32004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800" b="0">
                <a:solidFill>
                  <a:srgbClr val="C0D1E6"/>
                </a:solidFill>
                <a:latin typeface="Aptos"/>
              </a:rPr>
              <a:t>Malla Reddy Vishwavidyapeeth  |  College Club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074920" cy="123444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82296" cy="1234440"/>
          </a:xfrm>
          <a:prstGeom prst="rect">
            <a:avLst/>
          </a:prstGeom>
          <a:solidFill>
            <a:srgbClr val="4399E1"/>
          </a:solidFill>
          <a:ln>
            <a:solidFill>
              <a:srgbClr val="43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63624"/>
            <a:ext cx="4690872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93392"/>
            <a:ext cx="4690872" cy="5394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Add a new club, student or event.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074920" cy="123444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82296" cy="1234440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563624"/>
            <a:ext cx="4690872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993392"/>
            <a:ext cx="4690872" cy="5394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View records in organized cards.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5074920" cy="123444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017520"/>
            <a:ext cx="82296" cy="1234440"/>
          </a:xfrm>
          <a:prstGeom prst="rect">
            <a:avLst/>
          </a:prstGeom>
          <a:solidFill>
            <a:srgbClr val="F6BE52"/>
          </a:solidFill>
          <a:ln>
            <a:solidFill>
              <a:srgbClr val="F6B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163824"/>
            <a:ext cx="4690872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93591"/>
            <a:ext cx="4690872" cy="5394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Edit an existing record.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017520"/>
            <a:ext cx="5074920" cy="123444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017520"/>
            <a:ext cx="82296" cy="1234440"/>
          </a:xfrm>
          <a:prstGeom prst="rect">
            <a:avLst/>
          </a:prstGeom>
          <a:solidFill>
            <a:srgbClr val="4399E1"/>
          </a:solidFill>
          <a:ln>
            <a:solidFill>
              <a:srgbClr val="43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7" y="3163824"/>
            <a:ext cx="4690872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3593591"/>
            <a:ext cx="4690872" cy="5394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0">
                <a:solidFill>
                  <a:srgbClr val="C0D1E6"/>
                </a:solidFill>
                <a:latin typeface="Aptos"/>
              </a:rPr>
              <a:t>Remove a record after confirmation.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1051560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800" b="1">
                <a:solidFill>
                  <a:srgbClr val="37BEB2"/>
                </a:solidFill>
                <a:latin typeface="Aptos"/>
              </a:rPr>
              <a:t>Expected output: dashboard counts, club cards, student details and event cards.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23560"/>
            <a:ext cx="103327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C0D1E6"/>
                </a:solidFill>
                <a:latin typeface="Aptos"/>
              </a:rPr>
              <a:t>Counts refresh as records are added or deleted; search helps find records quickly.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53053"/>
          </a:solidFill>
          <a:ln>
            <a:solidFill>
              <a:srgbClr val="153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37160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500" b="1">
                <a:solidFill>
                  <a:srgbClr val="F8FBFF"/>
                </a:solidFill>
                <a:latin typeface="Aptos"/>
              </a:rPr>
              <a:t>7. Benefits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515600" cy="2286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000" b="0">
                <a:solidFill>
                  <a:srgbClr val="C0D1E6"/>
                </a:solidFill>
                <a:latin typeface="Aptos"/>
              </a:rPr>
              <a:t>Improvements for a complete MERN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56032"/>
            <a:ext cx="45720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200" b="1">
                <a:solidFill>
                  <a:srgbClr val="37BEB2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55680" cy="32004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800" b="0">
                <a:solidFill>
                  <a:srgbClr val="C0D1E6"/>
                </a:solidFill>
                <a:latin typeface="Aptos"/>
              </a:rPr>
              <a:t>Malla Reddy Vishwavidyapeeth  |  College Club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66360" cy="356616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82296" cy="3566160"/>
          </a:xfrm>
          <a:prstGeom prst="rect">
            <a:avLst/>
          </a:prstGeom>
          <a:solidFill>
            <a:srgbClr val="4399E1"/>
          </a:solidFill>
          <a:ln>
            <a:solidFill>
              <a:srgbClr val="43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63624"/>
            <a:ext cx="4782312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93392"/>
            <a:ext cx="4782312" cy="287121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0">
                <a:solidFill>
                  <a:srgbClr val="C0D1E6"/>
                </a:solidFill>
                <a:latin typeface="Aptos"/>
              </a:rPr>
              <a:t>• Simple and clear interface
• Organized club information
• Faster record management
• Search and edit options
• Easy browser demonstration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66360" cy="356616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82296" cy="3566160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563624"/>
            <a:ext cx="4782312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Future Enhancements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993392"/>
            <a:ext cx="4782312" cy="287121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0">
                <a:solidFill>
                  <a:srgbClr val="C0D1E6"/>
                </a:solidFill>
                <a:latin typeface="Aptos"/>
              </a:rPr>
              <a:t>• React frontend
• Node.js and Express REST APIs
• MongoDB database
• Login and role-based access
• Club registration and event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51560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F8FBFF"/>
                </a:solidFill>
                <a:latin typeface="Aptos"/>
              </a:rPr>
              <a:t>A full MERN implementation can support shared, persistent records and authentication.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594360"/>
            <a:ext cx="10835640" cy="5577840"/>
          </a:xfrm>
          <a:prstGeom prst="roundRect">
            <a:avLst/>
          </a:prstGeom>
          <a:solidFill>
            <a:srgbClr val="153053"/>
          </a:solidFill>
          <a:ln>
            <a:solidFill>
              <a:srgbClr val="345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94360"/>
            <a:ext cx="109728" cy="5577840"/>
          </a:xfrm>
          <a:prstGeom prst="rect">
            <a:avLst/>
          </a:prstGeom>
          <a:solidFill>
            <a:srgbClr val="37BEB2"/>
          </a:solidFill>
          <a:ln>
            <a:solidFill>
              <a:srgbClr val="37B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200" b="1">
                <a:solidFill>
                  <a:srgbClr val="37BEB2"/>
                </a:solidFill>
                <a:latin typeface="Aptos"/>
              </a:rPr>
              <a:t>MALLA REDDY VISWAVIDYAPEETH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1014984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4000" b="1">
                <a:solidFill>
                  <a:srgbClr val="F8FBFF"/>
                </a:solidFill>
                <a:latin typeface="Apto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29000"/>
            <a:ext cx="978408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300" b="1">
                <a:solidFill>
                  <a:srgbClr val="C0D1E6"/>
                </a:solidFill>
                <a:latin typeface="Aptos"/>
              </a:rPr>
              <a:t>College Club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51960"/>
            <a:ext cx="96012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700" b="0">
                <a:solidFill>
                  <a:srgbClr val="F8FBFF"/>
                </a:solidFill>
                <a:latin typeface="Aptos"/>
              </a:rPr>
              <a:t>Questions &amp; Suggestions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074920"/>
            <a:ext cx="996696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C0D1E6"/>
                </a:solidFill>
                <a:latin typeface="Aptos"/>
              </a:rPr>
              <a:t>A. NIKITHA  •  G. MAHA LAXMI  •  G. SHRUTHI  •  K. SPOORTHI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486400"/>
            <a:ext cx="9966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000" b="0">
                <a:solidFill>
                  <a:srgbClr val="C0D1E6"/>
                </a:solidFill>
                <a:latin typeface="Aptos"/>
              </a:rPr>
              <a:t>25MVCSER0187  •  25MVCSER0201  •  25MVCSER0205  •  25MVCSER0216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656</Words>
  <Application>Microsoft Office PowerPoint</Application>
  <PresentationFormat>Widescreen</PresentationFormat>
  <Paragraphs>121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Shruthi</dc:creator>
  <cp:keywords/>
  <dc:description>generated using python-pptx</dc:description>
  <cp:lastModifiedBy>gunda shruthi</cp:lastModifiedBy>
  <cp:revision>1</cp:revision>
  <dcterms:created xsi:type="dcterms:W3CDTF">2013-01-27T09:14:16Z</dcterms:created>
  <dcterms:modified xsi:type="dcterms:W3CDTF">2026-10-09T06:18:13Z</dcterms:modified>
  <cp:category/>
</cp:coreProperties>
</file>